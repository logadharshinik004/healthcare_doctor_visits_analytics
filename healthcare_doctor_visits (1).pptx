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68" orient="horz"/>
        <p:guide pos="408"/>
        <p:guide pos="3912" orient="horz"/>
        <p:guide pos="7272"/>
        <p:guide pos="16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6b5ac5ab74a3b5c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6b5ac5ab74a3b5cb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6b5ac5ab74a3b5cb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h6b5ac5ab74a3b5cb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6b5ac5ab74a3b5cb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6b5ac5ab74a3b5cb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6b5ac5ab74a3b5cb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6b5ac5ab74a3b5cb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6b5ac5ab74a3b5cb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h6b5ac5ab74a3b5cb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>
            <p:ph idx="1" type="body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1" name="Google Shape;31;p2"/>
          <p:cNvSpPr/>
          <p:nvPr/>
        </p:nvSpPr>
        <p:spPr>
          <a:xfrm>
            <a:off x="740309" y="1382809"/>
            <a:ext cx="1229566" cy="105997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755031" y="1194620"/>
            <a:ext cx="1666162" cy="1436347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804994" y="5233183"/>
            <a:ext cx="718261" cy="61919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837838" y="1101306"/>
            <a:ext cx="651613" cy="561736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35;p2"/>
          <p:cNvSpPr/>
          <p:nvPr>
            <p:ph idx="2" type="pic"/>
          </p:nvPr>
        </p:nvSpPr>
        <p:spPr>
          <a:xfrm>
            <a:off x="1571515" y="1914044"/>
            <a:ext cx="3993624" cy="3617848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"/>
          <p:cNvSpPr txBox="1"/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9" name="Google Shape;39;p3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" name="Google Shape;42;p3"/>
          <p:cNvSpPr/>
          <p:nvPr>
            <p:ph idx="2" type="pic"/>
          </p:nvPr>
        </p:nvSpPr>
        <p:spPr>
          <a:xfrm>
            <a:off x="7090227" y="786181"/>
            <a:ext cx="4441372" cy="5393036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5733416" y="624239"/>
            <a:ext cx="5855754" cy="5631571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4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3020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>
            <p:ph idx="2" type="pic"/>
          </p:nvPr>
        </p:nvSpPr>
        <p:spPr>
          <a:xfrm>
            <a:off x="5353508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"/>
          <p:cNvSpPr/>
          <p:nvPr>
            <p:ph idx="3" type="pic"/>
          </p:nvPr>
        </p:nvSpPr>
        <p:spPr>
          <a:xfrm>
            <a:off x="311592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"/>
          <p:cNvSpPr/>
          <p:nvPr>
            <p:ph idx="4" type="pic"/>
          </p:nvPr>
        </p:nvSpPr>
        <p:spPr>
          <a:xfrm>
            <a:off x="7602465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"/>
          <p:cNvSpPr/>
          <p:nvPr>
            <p:ph idx="5" type="pic"/>
          </p:nvPr>
        </p:nvSpPr>
        <p:spPr>
          <a:xfrm>
            <a:off x="984005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"/>
          <p:cNvSpPr txBox="1"/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/>
          <p:nvPr/>
        </p:nvSpPr>
        <p:spPr>
          <a:xfrm>
            <a:off x="546669" y="3467555"/>
            <a:ext cx="458268" cy="39505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113337" y="2394722"/>
            <a:ext cx="358391" cy="308958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882649" y="2202202"/>
            <a:ext cx="230688" cy="19886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5"/>
          <p:cNvSpPr txBox="1"/>
          <p:nvPr>
            <p:ph idx="1" type="body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6" type="body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7" type="body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8" type="body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9" type="body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3" type="body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14" type="body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5" type="body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6" type="body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7" type="body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0" name="Google Shape;70;p5"/>
          <p:cNvSpPr/>
          <p:nvPr>
            <p:ph idx="18" type="pic"/>
          </p:nvPr>
        </p:nvSpPr>
        <p:spPr>
          <a:xfrm>
            <a:off x="878337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73" name="Google Shape;73;p6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196"/>
              </a:schemeClr>
            </a:solidFill>
            <a:ln>
              <a:noFill/>
            </a:ln>
          </p:spPr>
        </p:sp>
        <p:cxnSp>
          <p:nvCxnSpPr>
            <p:cNvPr id="74" name="Google Shape;74;p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6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" name="Google Shape;76;p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77" name="Google Shape;77;p6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8" name="Google Shape;78;p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80" name="Google Shape;80;p6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81" name="Google Shape;81;p6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82" name="Google Shape;82;p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6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2" name="Google Shape;112;p10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129" name="Google Shape;129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6" name="Google Shape;136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7" name="Google Shape;157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descr="Tall office building looking up" id="190" name="Google Shape;190;p22"/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cap="flat" cmpd="sng" w="60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00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  <a:defRPr b="1" sz="48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7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660396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12/29/2023</a:t>
            </a:r>
            <a:endParaRPr b="0" i="0" sz="11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445526" y="63789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8805338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1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idx="1" type="body"/>
          </p:nvPr>
        </p:nvSpPr>
        <p:spPr>
          <a:xfrm>
            <a:off x="675950" y="3753425"/>
            <a:ext cx="6422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>
                <a:solidFill>
                  <a:schemeClr val="dk1"/>
                </a:solidFill>
              </a:rPr>
              <a:t>NAME : LOGADHARSHINI 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>
                <a:solidFill>
                  <a:schemeClr val="dk1"/>
                </a:solidFill>
              </a:rPr>
              <a:t>ACITE STU ID: STU6569925aaf23d1701417562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" name="Google Shape;198;p23"/>
          <p:cNvSpPr txBox="1"/>
          <p:nvPr>
            <p:ph type="title"/>
          </p:nvPr>
        </p:nvSpPr>
        <p:spPr>
          <a:xfrm>
            <a:off x="675949" y="2853050"/>
            <a:ext cx="10275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rebuchet MS"/>
              <a:buNone/>
            </a:pPr>
            <a:r>
              <a:rPr b="1" lang="en-US" sz="3600"/>
              <a:t>HEALTHCARE ANALYTICS FOR DOCTOR VISITS </a:t>
            </a:r>
            <a:endParaRPr b="1" sz="3600"/>
          </a:p>
        </p:txBody>
      </p:sp>
      <p:sp>
        <p:nvSpPr>
          <p:cNvPr id="199" name="Google Shape;199;p23"/>
          <p:cNvSpPr txBox="1"/>
          <p:nvPr/>
        </p:nvSpPr>
        <p:spPr>
          <a:xfrm>
            <a:off x="6400800" y="2794001"/>
            <a:ext cx="3312160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905150" y="2434150"/>
            <a:ext cx="73833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Healthcare data contains valuable information about patients' health conditions and their use of medical services. However, analyzing this information manually can make it difficult to identify patterns and relationships.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objective of this project is to analyze doctor-visit data using Python to understand how factors such as illness count, age, gender, income, health status, and healthcare coverage are associated with the number of doctor visits.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project aims to transform raw healthcare data into meaningful insights through data cleaning, exploratory data analysis, statistical summaries, and data visualization.</a:t>
            </a:r>
            <a:endParaRPr/>
          </a:p>
          <a:p>
            <a:pPr indent="-20066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06" name="Google Shape;206;p24"/>
          <p:cNvSpPr txBox="1"/>
          <p:nvPr>
            <p:ph type="title"/>
          </p:nvPr>
        </p:nvSpPr>
        <p:spPr>
          <a:xfrm>
            <a:off x="803177" y="1457792"/>
            <a:ext cx="69957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/>
              <a:t>PROBLEM  STATEMENT</a:t>
            </a:r>
            <a:endParaRPr/>
          </a:p>
        </p:txBody>
      </p:sp>
      <p:pic>
        <p:nvPicPr>
          <p:cNvPr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5684" y="2930834"/>
            <a:ext cx="2760758" cy="326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/>
          <p:cNvPicPr preferRelativeResize="0"/>
          <p:nvPr/>
        </p:nvPicPr>
        <p:blipFill rotWithShape="1">
          <a:blip r:embed="rId4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660399" y="805213"/>
            <a:ext cx="62761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Project Description</a:t>
            </a:r>
            <a:endParaRPr/>
          </a:p>
        </p:txBody>
      </p:sp>
      <p:pic>
        <p:nvPicPr>
          <p:cNvPr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/>
          <p:nvPr/>
        </p:nvSpPr>
        <p:spPr>
          <a:xfrm>
            <a:off x="686575" y="1956050"/>
            <a:ext cx="8427600" cy="3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Healthcare Analytics for Doctor Visits is a data analytics project developed using Python. The project uses a dataset containing 5,190 records and 13 original columns related to doctor visits, demographic characteristics, illness, health status, income, and healthcare coverage.</a:t>
            </a:r>
            <a:endParaRPr sz="20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The dataset is processed using Pandas and NumPy to inspect the data, check data quality, and calculate summary statistics. Matplotlib and Seaborn are used to visualize doctor-visit distributions and explore relationships between visits and other variables.</a:t>
            </a:r>
            <a:endParaRPr sz="20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The analysis focuses on identifying patterns in healthcare utilization, comparing groups, and presenting meaningful findings that can support further healthcare research and planning.</a:t>
            </a:r>
            <a:endParaRPr sz="20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721359" y="1991360"/>
            <a:ext cx="7904481" cy="3990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002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rPr lang="en-US" sz="3600"/>
              <a:t>1. Healthcare Administrators </a:t>
            </a:r>
            <a:endParaRPr sz="3600"/>
          </a:p>
          <a:p>
            <a:pPr indent="-16002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rPr lang="en-US" sz="3600"/>
              <a:t>2. Healthcare Researchers </a:t>
            </a:r>
            <a:endParaRPr sz="3600"/>
          </a:p>
          <a:p>
            <a:pPr indent="-16002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rPr lang="en-US" sz="3600"/>
              <a:t>3. Public Health Analysts</a:t>
            </a:r>
            <a:endParaRPr sz="3600"/>
          </a:p>
          <a:p>
            <a:pPr indent="-16002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rPr lang="en-US" sz="3600"/>
              <a:t>4. Data Analysts and Students  </a:t>
            </a:r>
            <a:endParaRPr sz="3600"/>
          </a:p>
        </p:txBody>
      </p:sp>
      <p:sp>
        <p:nvSpPr>
          <p:cNvPr id="222" name="Google Shape;222;p26"/>
          <p:cNvSpPr txBox="1"/>
          <p:nvPr>
            <p:ph type="title"/>
          </p:nvPr>
        </p:nvSpPr>
        <p:spPr>
          <a:xfrm>
            <a:off x="620008" y="876617"/>
            <a:ext cx="10046070" cy="8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200"/>
              <a:t>WHO ARE THE END USERS?</a:t>
            </a:r>
            <a:endParaRPr sz="2000"/>
          </a:p>
        </p:txBody>
      </p:sp>
      <p:pic>
        <p:nvPicPr>
          <p:cNvPr id="223" name="Google Shape;2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359" y="6176804"/>
            <a:ext cx="21812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0800" y="3820160"/>
            <a:ext cx="1727200" cy="3010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2454996" y="1463150"/>
            <a:ext cx="3706200" cy="52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Python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Pandas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NumPy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Matplotlib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Seaborn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Visual Studio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CSV</a:t>
            </a:r>
            <a:endParaRPr sz="2400"/>
          </a:p>
        </p:txBody>
      </p:sp>
      <p:sp>
        <p:nvSpPr>
          <p:cNvPr id="232" name="Google Shape;232;p27"/>
          <p:cNvSpPr txBox="1"/>
          <p:nvPr>
            <p:ph type="title"/>
          </p:nvPr>
        </p:nvSpPr>
        <p:spPr>
          <a:xfrm>
            <a:off x="660399" y="430567"/>
            <a:ext cx="5306291" cy="847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Technology Used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>
            <p:ph type="title"/>
          </p:nvPr>
        </p:nvSpPr>
        <p:spPr>
          <a:xfrm>
            <a:off x="647707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39" name="Google Shape;239;p28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1" name="Google Shape;24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952" y="679299"/>
            <a:ext cx="8420100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8"/>
          <p:cNvSpPr txBox="1"/>
          <p:nvPr/>
        </p:nvSpPr>
        <p:spPr>
          <a:xfrm>
            <a:off x="590150" y="5375425"/>
            <a:ext cx="85059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The chart shows that most records have zero doctor visits, while a smaller number have one or two visits. Very few records have three or more visits. This indicates that doctor visits are concentrated at zero, resulting in a highly skewed distribution. </a:t>
            </a:r>
            <a:endParaRPr sz="20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9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>
            <p:ph type="title"/>
          </p:nvPr>
        </p:nvSpPr>
        <p:spPr>
          <a:xfrm>
            <a:off x="647707" y="70964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49" name="Google Shape;249;p29"/>
          <p:cNvSpPr txBox="1"/>
          <p:nvPr/>
        </p:nvSpPr>
        <p:spPr>
          <a:xfrm>
            <a:off x="320982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1" name="Google Shape;25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600" y="819150"/>
            <a:ext cx="8448925" cy="448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9"/>
          <p:cNvSpPr txBox="1"/>
          <p:nvPr/>
        </p:nvSpPr>
        <p:spPr>
          <a:xfrm>
            <a:off x="320975" y="5302275"/>
            <a:ext cx="90813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The chart shows that female records have a higher average number of doctor visits (approximately 0.36) than male records (approximately 0.24). This indicates a difference in healthcare utilization between the two gender groups in the dataset.</a:t>
            </a:r>
            <a:endParaRPr sz="20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0"/>
          <p:cNvSpPr txBox="1"/>
          <p:nvPr>
            <p:ph type="title"/>
          </p:nvPr>
        </p:nvSpPr>
        <p:spPr>
          <a:xfrm>
            <a:off x="7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59" name="Google Shape;259;p30"/>
          <p:cNvSpPr txBox="1"/>
          <p:nvPr/>
        </p:nvSpPr>
        <p:spPr>
          <a:xfrm>
            <a:off x="320982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0" name="Google Shape;260;p30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1" name="Google Shape;26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699" y="678900"/>
            <a:ext cx="8511874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0"/>
          <p:cNvSpPr txBox="1"/>
          <p:nvPr/>
        </p:nvSpPr>
        <p:spPr>
          <a:xfrm>
            <a:off x="493775" y="5609025"/>
            <a:ext cx="84060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Doctor visits generally increase as the number of reported illnesses rises. </a:t>
            </a:r>
            <a:endParaRPr sz="24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1"/>
          <p:cNvSpPr txBox="1"/>
          <p:nvPr>
            <p:ph type="title"/>
          </p:nvPr>
        </p:nvSpPr>
        <p:spPr>
          <a:xfrm>
            <a:off x="7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69" name="Google Shape;269;p31"/>
          <p:cNvSpPr txBox="1"/>
          <p:nvPr/>
        </p:nvSpPr>
        <p:spPr>
          <a:xfrm>
            <a:off x="320982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" name="Google Shape;270;p31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1" name="Google Shape;27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50" y="707225"/>
            <a:ext cx="11887200" cy="44970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1"/>
          <p:cNvSpPr txBox="1"/>
          <p:nvPr/>
        </p:nvSpPr>
        <p:spPr>
          <a:xfrm>
            <a:off x="572225" y="5181013"/>
            <a:ext cx="8922000" cy="9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Average doctor visits increase with age value, while visits generally decrease as income increases, with a slight rise in the highest income group. </a:t>
            </a:r>
            <a:endParaRPr sz="20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2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2"/>
          <p:cNvSpPr txBox="1"/>
          <p:nvPr>
            <p:ph type="title"/>
          </p:nvPr>
        </p:nvSpPr>
        <p:spPr>
          <a:xfrm>
            <a:off x="7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79" name="Google Shape;279;p32"/>
          <p:cNvSpPr txBox="1"/>
          <p:nvPr/>
        </p:nvSpPr>
        <p:spPr>
          <a:xfrm>
            <a:off x="320982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0" name="Google Shape;280;p32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1" name="Google Shape;281;p32"/>
          <p:cNvSpPr txBox="1"/>
          <p:nvPr/>
        </p:nvSpPr>
        <p:spPr>
          <a:xfrm>
            <a:off x="572225" y="5181013"/>
            <a:ext cx="8922000" cy="9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Doctor visits show a slight positive relationship with reduced-activity days, while the relationship with poor-health days appears weak. </a:t>
            </a:r>
            <a:endParaRPr sz="20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2" name="Google Shape;28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99577"/>
            <a:ext cx="11466200" cy="432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3"/>
          <p:cNvSpPr txBox="1"/>
          <p:nvPr>
            <p:ph type="title"/>
          </p:nvPr>
        </p:nvSpPr>
        <p:spPr>
          <a:xfrm>
            <a:off x="7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89" name="Google Shape;289;p33"/>
          <p:cNvSpPr txBox="1"/>
          <p:nvPr/>
        </p:nvSpPr>
        <p:spPr>
          <a:xfrm>
            <a:off x="320982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0" name="Google Shape;290;p33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1" name="Google Shape;29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704" y="679925"/>
            <a:ext cx="6893989" cy="54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3"/>
          <p:cNvSpPr txBox="1"/>
          <p:nvPr/>
        </p:nvSpPr>
        <p:spPr>
          <a:xfrm>
            <a:off x="7177825" y="1456750"/>
            <a:ext cx="2793900" cy="3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The heatmap shows that reduced-activity days (0.34) and illness count (0.26) have the strongest positive correlations with doctor visits, while income has a weak negative correlation (-0.09).</a:t>
            </a:r>
            <a:endParaRPr sz="20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532650" y="5888400"/>
            <a:ext cx="87609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u="sng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https://github.com/Logadharshinik004/Healthcare_Doctor_visits_analytics</a:t>
            </a:r>
            <a:endParaRPr sz="1800" u="sng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 txBox="1"/>
          <p:nvPr>
            <p:ph type="title"/>
          </p:nvPr>
        </p:nvSpPr>
        <p:spPr>
          <a:xfrm>
            <a:off x="-67375" y="2944775"/>
            <a:ext cx="1134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</a:rPr>
              <a:t>Thank you</a:t>
            </a:r>
            <a:endParaRPr b="1" sz="4800">
              <a:solidFill>
                <a:schemeClr val="dk1"/>
              </a:solidFill>
            </a:endParaRPr>
          </a:p>
        </p:txBody>
      </p:sp>
      <p:sp>
        <p:nvSpPr>
          <p:cNvPr id="299" name="Google Shape;299;p34"/>
          <p:cNvSpPr txBox="1"/>
          <p:nvPr>
            <p:ph idx="8" type="body"/>
          </p:nvPr>
        </p:nvSpPr>
        <p:spPr>
          <a:xfrm>
            <a:off x="3727865" y="4641925"/>
            <a:ext cx="2139695" cy="11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lang="en-US"/>
              <a:t>.</a:t>
            </a:r>
            <a:endParaRPr/>
          </a:p>
        </p:txBody>
      </p:sp>
      <p:sp>
        <p:nvSpPr>
          <p:cNvPr id="300" name="Google Shape;300;p34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1" name="Google Shape;301;p34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1" i="0" sz="22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1" i="0" sz="22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3" name="Google Shape;303;p34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4" name="Google Shape;304;p34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</p:txBody>
      </p:sp>
      <p:pic>
        <p:nvPicPr>
          <p:cNvPr id="305" name="Google Shape;305;p34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